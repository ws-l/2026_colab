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0" d="100"/>
          <a:sy n="80" d="100"/>
        </p:scale>
        <p:origin x="447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869F9A-5DC1-D906-D9A7-C56FF03EC1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9E7ABC5-871E-5EC1-D87E-D8DAFDA79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898074-87FF-2DD6-BA29-1FC88AE47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95FB-E930-49E8-B339-28C0964EDD2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551743-385D-AB16-5FC2-1B79B6440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42B896-222C-492F-5D7B-01FCAFFF3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A5866-2093-475B-9826-CF1B44524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211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7EE372-3ED2-3777-43DD-CDCBEA6B2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35630B-E7C8-5B62-C838-0862399A8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3D8378-86D1-01D1-A5FF-6780F5A8F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95FB-E930-49E8-B339-28C0964EDD2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0A38AF-75BA-7F5A-B798-5061D9FB2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0AA76-ED5D-6CCC-6BE9-C0950FC64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A5866-2093-475B-9826-CF1B44524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019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27A148-ECBC-CE5C-A658-DF40C258B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AD5658-7B7D-58A3-D811-C11DA2B8A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9D5907-F84C-4033-5ED2-6E3E4824A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95FB-E930-49E8-B339-28C0964EDD2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CDEBD7-7CD7-E309-F772-65194C4B6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C4CD7E-02F5-C0A5-1691-128DE0A98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A5866-2093-475B-9826-CF1B44524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834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58291C-2569-E454-4B66-5A629D27F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469198-D4A7-8674-B76F-C56BD8FC8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E197E8-C8B2-8942-43AA-2D66050DC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560D25-7F55-AFAF-674C-F17799F26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95FB-E930-49E8-B339-28C0964EDD2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F60979-455A-B191-7444-9F6ECA022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FBE987E-AE4A-295A-55C9-E7E23D7E0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A5866-2093-475B-9826-CF1B44524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3798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4000EF-66B2-5F52-E520-6ECF32591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EAD8AE-1F0B-C950-3BD8-8B8CE0296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0F4DD0-EA01-5445-1213-F796CB684D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669392F-F002-F9CE-EF8E-BC77DB96D1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3C4D2FA-BC02-F110-0D2E-08BB6DC868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5154428-A281-78F7-E539-03DA74BB2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95FB-E930-49E8-B339-28C0964EDD2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E82C80A-895B-9A4C-4682-CCCA71C0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28AEF5B-409B-980F-71CE-C85E37694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A5866-2093-475B-9826-CF1B44524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136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25D1F4-6E5E-3539-5C64-1CB92A7F3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4B206C-C0C9-8F5A-6B84-2F1202062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95FB-E930-49E8-B339-28C0964EDD2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14B5868-49F3-4878-C68C-03DEB21CF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FD5990-E50C-8E23-2ABF-391A11918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A5866-2093-475B-9826-CF1B44524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279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DBD0BA4-EC45-A7D6-6FFF-E3642AB2F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95FB-E930-49E8-B339-28C0964EDD2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1E7C956-3F92-CD32-BC57-0194D91CA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B3F0D7-1084-0BE7-6B87-47321BB8B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A5866-2093-475B-9826-CF1B44524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064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06ED3-D269-E080-3D69-9D8F0FACB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B7AD11-0B60-9A31-3C29-E77197810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8A5050-7EEB-E5DB-C059-5ECD9AF4C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D7C41F-75BE-5917-9245-4894BFF5E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95FB-E930-49E8-B339-28C0964EDD2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F9C289-B7AC-F406-895E-E64A76E80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B388EF-40CE-6D4C-4F85-61AA955EE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A5866-2093-475B-9826-CF1B44524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1550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01560-DE6D-6F94-8944-ED2C7A25C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190E50-B72F-83D9-19B9-E2FBD01BB0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EDD2C4-E5AF-D918-0B2D-6400D3502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13D497-9E4C-A501-71E5-3EDCAA543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95FB-E930-49E8-B339-28C0964EDD2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2BEF4F-D00E-1F82-E8B7-AB09DC44A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0BD27F-5EF0-AD8F-DF3E-A7F5A4FC1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A5866-2093-475B-9826-CF1B44524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493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59CA10-99B4-0039-B4C8-1543C8A3F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CEA5410-EB92-389B-8CEE-0D0CD2DAF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DEBB94-2D3A-73D5-9B9C-ED04CEB39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95FB-E930-49E8-B339-28C0964EDD2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DA188E-4BA6-B0E8-A19C-D8B2AEB57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6549A1-67B4-B4E0-B20D-8F5997A7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A5866-2093-475B-9826-CF1B44524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2853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7DC537E-EA82-3D25-205B-157D376326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0F78D9-E5A8-437F-6E25-78FFB70A9A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B306C7-58D0-FECD-5888-331755C7E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95FB-E930-49E8-B339-28C0964EDD2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DF8FA4-F76D-3C5D-371A-5438FCD1D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D6D5D5-8F61-2646-0598-7C7F403DB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A5866-2093-475B-9826-CF1B44524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24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13BE704-E63C-9732-C0A6-D65B76304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A4D008-FCCD-8296-D066-2FD890B2F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874C87-0F93-6B30-4CEF-C8356484C3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6395FB-E930-49E8-B339-28C0964EDD28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5071AD-B36F-671F-DEE3-9D778B2148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ACA2B1-B393-66A0-73AD-8A5C9DC828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2A5866-2093-475B-9826-CF1B44524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138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won.sang.l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FA7969-2CA4-1EDF-BC1E-B9B2F7E1E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88" y="890493"/>
            <a:ext cx="12112812" cy="55581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/>
              <a:t>1. </a:t>
            </a:r>
            <a:r>
              <a:rPr lang="ko-KR" altLang="en-US" sz="1800" b="1" dirty="0"/>
              <a:t>수업 중 배운 </a:t>
            </a:r>
            <a:r>
              <a:rPr lang="en-US" altLang="ko-KR" sz="1800" b="1" dirty="0" err="1"/>
              <a:t>sklearn</a:t>
            </a:r>
            <a:r>
              <a:rPr lang="ko-KR" altLang="en-US" sz="1800" b="1" dirty="0"/>
              <a:t>의 </a:t>
            </a:r>
            <a:r>
              <a:rPr lang="en-US" altLang="ko-KR" sz="1800" b="1" dirty="0"/>
              <a:t>Pipeline</a:t>
            </a:r>
            <a:r>
              <a:rPr lang="ko-KR" altLang="en-US" sz="1800" b="1" dirty="0"/>
              <a:t>은 스케쥴 기능이 있다 </a:t>
            </a:r>
            <a:r>
              <a:rPr lang="en-US" altLang="ko-KR" sz="1800" b="1" dirty="0"/>
              <a:t>( O/X)</a:t>
            </a:r>
          </a:p>
          <a:p>
            <a:pPr marL="0" indent="0">
              <a:buNone/>
            </a:pPr>
            <a:endParaRPr lang="en-US" altLang="ko-KR" sz="1800" b="1" dirty="0"/>
          </a:p>
          <a:p>
            <a:pPr marL="0" indent="0">
              <a:buNone/>
            </a:pPr>
            <a:r>
              <a:rPr lang="en-US" altLang="ko-KR" sz="1800" b="1" dirty="0"/>
              <a:t>2. </a:t>
            </a:r>
            <a:r>
              <a:rPr lang="ko-KR" altLang="en-US" sz="1800" b="1" dirty="0"/>
              <a:t>다음 중 </a:t>
            </a:r>
            <a:r>
              <a:rPr lang="en-US" altLang="ko-KR" sz="1800" b="1" dirty="0" err="1"/>
              <a:t>sqlalchemy</a:t>
            </a:r>
            <a:r>
              <a:rPr lang="ko-KR" altLang="en-US" sz="1800" b="1" dirty="0"/>
              <a:t>를 이용한 </a:t>
            </a:r>
            <a:r>
              <a:rPr lang="en-US" altLang="ko-KR" sz="1800" b="1" dirty="0" err="1"/>
              <a:t>sqlite</a:t>
            </a:r>
            <a:r>
              <a:rPr lang="ko-KR" altLang="en-US" sz="1800" b="1" dirty="0"/>
              <a:t>의 </a:t>
            </a:r>
            <a:r>
              <a:rPr lang="en-US" altLang="ko-KR" sz="1800" b="1" dirty="0"/>
              <a:t>connection</a:t>
            </a:r>
            <a:r>
              <a:rPr lang="ko-KR" altLang="en-US" sz="1800" b="1" dirty="0"/>
              <a:t>이 맞은 것은</a:t>
            </a:r>
            <a:r>
              <a:rPr lang="en-US" altLang="ko-KR" sz="1800" b="1" dirty="0"/>
              <a:t>? (  )</a:t>
            </a:r>
          </a:p>
          <a:p>
            <a:pPr marL="514350" indent="-514350">
              <a:buAutoNum type="arabicParenR"/>
            </a:pPr>
            <a:r>
              <a:rPr lang="en-US" altLang="ko-KR" sz="1800" b="1" dirty="0" err="1"/>
              <a:t>create_engine</a:t>
            </a:r>
            <a:r>
              <a:rPr lang="en-US" altLang="ko-KR" sz="1800" b="1" dirty="0"/>
              <a:t>(“</a:t>
            </a:r>
            <a:r>
              <a:rPr lang="en-US" altLang="ko-KR" sz="1800" b="1" dirty="0" err="1"/>
              <a:t>sqlite</a:t>
            </a:r>
            <a:r>
              <a:rPr lang="en-US" altLang="ko-KR" sz="1800" b="1" dirty="0"/>
              <a:t>:///</a:t>
            </a:r>
            <a:r>
              <a:rPr lang="en-US" altLang="ko-KR" sz="1800" b="1" dirty="0" err="1"/>
              <a:t>dbfile.db</a:t>
            </a:r>
            <a:r>
              <a:rPr lang="en-US" altLang="ko-KR" sz="1800" b="1" dirty="0"/>
              <a:t>“)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US" altLang="ko-KR" sz="1800" b="1" dirty="0" err="1"/>
              <a:t>create_engine</a:t>
            </a:r>
            <a:r>
              <a:rPr lang="en-US" altLang="ko-KR" sz="1800" b="1" dirty="0"/>
              <a:t>(“</a:t>
            </a:r>
            <a:r>
              <a:rPr lang="en-US" altLang="ko-KR" sz="1800" b="1" dirty="0" err="1"/>
              <a:t>postgres</a:t>
            </a:r>
            <a:r>
              <a:rPr lang="en-US" altLang="ko-KR" sz="1800" b="1" dirty="0"/>
              <a:t>:///</a:t>
            </a:r>
            <a:r>
              <a:rPr lang="en-US" altLang="ko-KR" sz="1800" b="1" dirty="0" err="1"/>
              <a:t>dbfile.db</a:t>
            </a:r>
            <a:r>
              <a:rPr lang="en-US" altLang="ko-KR" sz="1800" b="1" dirty="0"/>
              <a:t>“)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US" altLang="ko-KR" sz="1800" b="1" dirty="0" err="1"/>
              <a:t>create_engine</a:t>
            </a:r>
            <a:r>
              <a:rPr lang="en-US" altLang="ko-KR" sz="1800" b="1" dirty="0"/>
              <a:t>(“</a:t>
            </a:r>
            <a:r>
              <a:rPr lang="en-US" altLang="ko-KR" sz="1800" b="1" dirty="0" err="1"/>
              <a:t>sqlite</a:t>
            </a:r>
            <a:r>
              <a:rPr lang="en-US" altLang="ko-KR" sz="1800" b="1" dirty="0"/>
              <a:t>://user:12345@dbfile.db“)</a:t>
            </a:r>
          </a:p>
          <a:p>
            <a:pPr marL="0" indent="0">
              <a:buNone/>
            </a:pPr>
            <a:endParaRPr lang="en-US" altLang="ko-KR" sz="1800" b="1" dirty="0"/>
          </a:p>
          <a:p>
            <a:pPr marL="0" indent="0">
              <a:buNone/>
            </a:pPr>
            <a:r>
              <a:rPr lang="en-US" altLang="ko-KR" sz="1800" b="1" dirty="0"/>
              <a:t>3. </a:t>
            </a:r>
            <a:r>
              <a:rPr lang="en-US" altLang="ko-KR" sz="1800" b="1" dirty="0" err="1"/>
              <a:t>Streamlit</a:t>
            </a:r>
            <a:r>
              <a:rPr lang="ko-KR" altLang="en-US" sz="1800" b="1" dirty="0"/>
              <a:t>에서 데이터프레임 </a:t>
            </a:r>
            <a:r>
              <a:rPr lang="en-US" altLang="ko-KR" sz="1800" b="1" dirty="0" err="1"/>
              <a:t>df</a:t>
            </a:r>
            <a:r>
              <a:rPr lang="ko-KR" altLang="en-US" sz="1800" b="1" dirty="0"/>
              <a:t>를 </a:t>
            </a:r>
            <a:r>
              <a:rPr lang="en-US" altLang="ko-KR" sz="1800" b="1" dirty="0"/>
              <a:t>“</a:t>
            </a:r>
            <a:r>
              <a:rPr lang="en-US" altLang="ko-KR" sz="1800" b="1" dirty="0" err="1"/>
              <a:t>df</a:t>
            </a:r>
            <a:r>
              <a:rPr lang="en-US" altLang="ko-KR" sz="1800" b="1" dirty="0"/>
              <a:t>”</a:t>
            </a:r>
            <a:r>
              <a:rPr lang="ko-KR" altLang="en-US" sz="1800" b="1" dirty="0"/>
              <a:t>로 </a:t>
            </a:r>
            <a:r>
              <a:rPr lang="ko-KR" altLang="en-US" sz="1800" b="1" dirty="0" err="1"/>
              <a:t>세션값</a:t>
            </a:r>
            <a:r>
              <a:rPr lang="ko-KR" altLang="en-US" sz="1800" b="1" dirty="0"/>
              <a:t> 저장하는 방식은</a:t>
            </a:r>
            <a:r>
              <a:rPr lang="en-US" altLang="ko-KR" sz="1800" b="1" dirty="0"/>
              <a:t>? (   )</a:t>
            </a:r>
          </a:p>
          <a:p>
            <a:pPr marL="514350" indent="-514350">
              <a:buAutoNum type="arabicParenR"/>
            </a:pPr>
            <a:r>
              <a:rPr lang="en-US" altLang="ko-KR" sz="1800" b="1" dirty="0" err="1"/>
              <a:t>st.session_state</a:t>
            </a:r>
            <a:r>
              <a:rPr lang="en-US" altLang="ko-KR" sz="1800" b="1" dirty="0"/>
              <a:t>[“</a:t>
            </a:r>
            <a:r>
              <a:rPr lang="en-US" altLang="ko-KR" sz="1800" b="1" dirty="0" err="1"/>
              <a:t>df</a:t>
            </a:r>
            <a:r>
              <a:rPr lang="en-US" altLang="ko-KR" sz="1800" b="1" dirty="0"/>
              <a:t>”] = </a:t>
            </a:r>
            <a:r>
              <a:rPr lang="en-US" altLang="ko-KR" sz="1800" b="1" dirty="0" err="1"/>
              <a:t>df</a:t>
            </a:r>
            <a:endParaRPr lang="en-US" altLang="ko-KR" sz="1800" b="1" dirty="0"/>
          </a:p>
          <a:p>
            <a:pPr marL="514350" indent="-514350">
              <a:buAutoNum type="arabicParenR"/>
            </a:pPr>
            <a:r>
              <a:rPr lang="en-US" altLang="ko-KR" sz="1800" b="1" dirty="0" err="1"/>
              <a:t>df.session_state</a:t>
            </a:r>
            <a:r>
              <a:rPr lang="en-US" altLang="ko-KR" sz="1800" b="1" dirty="0"/>
              <a:t>[“</a:t>
            </a:r>
            <a:r>
              <a:rPr lang="en-US" altLang="ko-KR" sz="1800" b="1" dirty="0" err="1"/>
              <a:t>df</a:t>
            </a:r>
            <a:r>
              <a:rPr lang="en-US" altLang="ko-KR" sz="1800" b="1" dirty="0"/>
              <a:t>”] = </a:t>
            </a:r>
            <a:r>
              <a:rPr lang="en-US" altLang="ko-KR" sz="1800" b="1" dirty="0" err="1"/>
              <a:t>df</a:t>
            </a:r>
            <a:endParaRPr lang="en-US" altLang="ko-KR" sz="1800" b="1" dirty="0"/>
          </a:p>
          <a:p>
            <a:pPr marL="514350" indent="-514350">
              <a:buAutoNum type="arabicParenR"/>
            </a:pPr>
            <a:r>
              <a:rPr lang="en-US" altLang="ko-KR" sz="1800" b="1" dirty="0" err="1"/>
              <a:t>st.session_state.df</a:t>
            </a:r>
            <a:r>
              <a:rPr lang="en-US" altLang="ko-KR" sz="1800" b="1" dirty="0"/>
              <a:t>()</a:t>
            </a:r>
          </a:p>
          <a:p>
            <a:pPr marL="0" indent="0">
              <a:buNone/>
            </a:pPr>
            <a:endParaRPr lang="en-US" altLang="ko-KR" sz="1800" b="1" dirty="0"/>
          </a:p>
          <a:p>
            <a:pPr marL="0" indent="0">
              <a:buNone/>
            </a:pPr>
            <a:r>
              <a:rPr lang="en-US" altLang="ko-KR" sz="1800" b="1" dirty="0"/>
              <a:t>4. </a:t>
            </a:r>
            <a:r>
              <a:rPr lang="ko-KR" altLang="en-US" sz="1800" b="1" dirty="0" err="1"/>
              <a:t>결측치를</a:t>
            </a:r>
            <a:r>
              <a:rPr lang="ko-KR" altLang="en-US" sz="1800" b="1" dirty="0"/>
              <a:t> 처리하는 절차를 나타내는 용어는</a:t>
            </a:r>
            <a:r>
              <a:rPr lang="en-US" altLang="ko-KR" sz="1800" b="1" dirty="0"/>
              <a:t>? (   )</a:t>
            </a:r>
          </a:p>
          <a:p>
            <a:pPr marL="0" indent="0">
              <a:buNone/>
            </a:pPr>
            <a:r>
              <a:rPr lang="en-US" altLang="ko-KR" sz="1800" b="1" dirty="0"/>
              <a:t>1) Importing  2) imputing 3) </a:t>
            </a:r>
            <a:r>
              <a:rPr lang="en-US" altLang="ko-KR" sz="1800" b="1" dirty="0" err="1"/>
              <a:t>imbalancing</a:t>
            </a:r>
            <a:endParaRPr lang="ko-KR" altLang="en-US" sz="1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A800DA-D29A-6793-B901-F9F2CBC16C5D}"/>
              </a:ext>
            </a:extLst>
          </p:cNvPr>
          <p:cNvSpPr txBox="1"/>
          <p:nvPr/>
        </p:nvSpPr>
        <p:spPr>
          <a:xfrm>
            <a:off x="28016" y="224723"/>
            <a:ext cx="11906208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/>
              <a:t> </a:t>
            </a:r>
            <a:r>
              <a:rPr lang="ko-KR" altLang="en-US" sz="1900" b="1" dirty="0"/>
              <a:t>아래 퀴즈의 정답만 </a:t>
            </a:r>
            <a:r>
              <a:rPr lang="en-US" altLang="ko-KR" sz="1900" b="1" dirty="0"/>
              <a:t>O333 </a:t>
            </a:r>
            <a:r>
              <a:rPr lang="ko-KR" altLang="en-US" sz="1900" b="1" dirty="0"/>
              <a:t>처럼 작성하여 성함</a:t>
            </a:r>
            <a:r>
              <a:rPr lang="en-US" altLang="ko-KR" sz="1900" b="1" dirty="0"/>
              <a:t>, </a:t>
            </a:r>
            <a:r>
              <a:rPr lang="ko-KR" altLang="en-US" sz="1900" b="1" dirty="0"/>
              <a:t>전화번호와 함께</a:t>
            </a:r>
            <a:r>
              <a:rPr lang="en-US" altLang="ko-KR" sz="1900" b="1" dirty="0"/>
              <a:t>, </a:t>
            </a:r>
            <a:r>
              <a:rPr lang="en-US" altLang="ko-KR" sz="1900" b="1" dirty="0">
                <a:hlinkClick r:id="rId2"/>
              </a:rPr>
              <a:t>won.sang.l@gmail.com</a:t>
            </a:r>
            <a:r>
              <a:rPr lang="ko-KR" altLang="en-US" sz="1900" b="1" dirty="0"/>
              <a:t>으로 보내주세요</a:t>
            </a:r>
            <a:r>
              <a:rPr lang="en-US" altLang="ko-KR" sz="1900" b="1" dirty="0"/>
              <a:t>.</a:t>
            </a:r>
            <a:endParaRPr lang="ko-KR" altLang="en-US" sz="19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704E1D0-B1FF-57A0-646A-8FDC1A31ADF5}"/>
              </a:ext>
            </a:extLst>
          </p:cNvPr>
          <p:cNvSpPr/>
          <p:nvPr/>
        </p:nvSpPr>
        <p:spPr>
          <a:xfrm>
            <a:off x="89653" y="812800"/>
            <a:ext cx="11755718" cy="59167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404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155</Words>
  <Application>Microsoft Office PowerPoint</Application>
  <PresentationFormat>와이드스크린</PresentationFormat>
  <Paragraphs>15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pchome</dc:creator>
  <cp:lastModifiedBy>pchome</cp:lastModifiedBy>
  <cp:revision>1</cp:revision>
  <dcterms:created xsi:type="dcterms:W3CDTF">2026-08-11T06:34:34Z</dcterms:created>
  <dcterms:modified xsi:type="dcterms:W3CDTF">2026-08-11T06:36:36Z</dcterms:modified>
</cp:coreProperties>
</file>